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A"/>
                </a:solidFill>
                <a:latin typeface="Consolas"/>
              </a:defRPr>
            </a:pPr>
            <a:r>
              <a:t>第 4 讲：MuJoCo 闭环仿真、状态回灌与调参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E6879"/>
                </a:solidFill>
                <a:latin typeface="Consolas"/>
              </a:defRPr>
            </a:pPr>
            <a:r>
              <a:t>把 MuJoCo 讲成共享控制核心的闭环实验场，而不是孤立演示脚本。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3108960" cy="5943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272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onsolas"/>
              </a:defRPr>
            </a:pPr>
            <a:r>
              <a:t>项目导向 · 代码导向 · 可录制初稿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97280"/>
            <a:ext cx="3154680" cy="38404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89888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适合：源码讲解型 B 站课程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素材来源：当前仓库 `src/`、`pupper/`、`sim/`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讲法：架构图 -&gt; 源码 -&gt; 演示 -&gt; 作业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用途：正式课件结构稿，可继续美化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StanfordQuadruped B 站课程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理解固定机身版和浮动机身版各自用来学什么。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看懂 `sim/sim_robot.py` 里的观测、执行器和时钟桥接。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讲清楚状态回灌、PD 力矩驱动和任务调度的意义。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给出一套真实可用的调参顺序。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1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Fixed-base 与 Floating-base 的分工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Consolas"/>
              </a:defRPr>
            </a:pPr>
            <a:r>
              <a:t>`run_fixed_base.py`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直接把关节目标写入 `qpos`。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不引入力矩和机身动力学。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最适合检查 IK、足端轨迹和姿态命令。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Consolas"/>
              </a:defRPr>
            </a:pPr>
            <a:r>
              <a:t>`run_floating_base.py`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机身使用 `freejoint`。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关节由 PD 力矩驱动。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姿态、速度、触地和关节状态都会回写到 `State`。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浮动机身控制流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0233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任务层负责生成 `Command`。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控制器核心保持不变。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执行器层把关节目标角转换成 PD 力矩。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MuJoCo 产生命令响应与观测，再回写到 `State`。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830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oating_base_contro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6309360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6007608"/>
            <a:ext cx="6236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E6879"/>
                </a:solidFill>
                <a:latin typeface="Consolas"/>
              </a:defRPr>
            </a:pPr>
            <a:r>
              <a:t>浮动机身版：最适合讲清闭环主链的一张图。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`sim_robot.py` 的五个桥接模块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`SimObservationInterface`：传感器桥接。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`SimIMU`：仿真版 IMU 适配器。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`SimHardwareInterface`：关节目标角到 PD 力矩。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`SimControlClock`：控制周期和仿真子步对齐。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`TaskCommandSource`：无手柄条件下的任务级命令源。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为什么说这是闭环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0233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姿态会回写。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机身速度会回写。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触地状态会回写。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测量足端位置还会融合回 `state.foot_locations`。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830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te_feedback_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6309360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6007608"/>
            <a:ext cx="6236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E6879"/>
                </a:solidFill>
                <a:latin typeface="Consolas"/>
              </a:defRPr>
            </a:pPr>
            <a:r>
              <a:t>状态反馈图：观众第一次真正理解闭环的关键素材。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`sync_state()` 的关键职责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这一层让仿真里的机器人“长得像”真实机器人的观测接口。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也让后续姿态反馈、触地估计和日志观察成为可能。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state.measured_foot_locations = measured_feet</a:t>
            </a:r>
            <a:br/>
            <a:r>
              <a:t>state.measured_joint_angles = measured_joint_angles</a:t>
            </a:r>
            <a:br/>
            <a:r>
              <a:t>state.body_position = torso_position</a:t>
            </a:r>
            <a:br/>
            <a:r>
              <a:t>state.body_velocity = imu_vel</a:t>
            </a:r>
            <a:br/>
            <a:r>
              <a:t>state.angular_velocity = imu_gyro</a:t>
            </a:r>
            <a:br/>
            <a:r>
              <a:t>state.contact_estimate = foot_forces &gt; contact_threshold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6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PD 力矩桥接怎么讲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控制器输出仍然是目标关节角。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MuJoCo 执行器需要的是 motor 控制量。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`SimHardwareInterface` 用 `kp / kd / torque_limit` 做关节级跟踪。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因此这里最适合讲“刚度、阻尼、饱和”三件事。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7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任务序列语法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没有手柄时，也能做稳定、可重复的实验录制。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非常适合视频课里做分段演示和参数对比。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mode[:duration][@key=value;key=value...],...</a:t>
            </a:r>
            <a:br/>
            <a:br/>
            <a:r>
              <a:t>python sim/run_floating_base.py --duration 8 \</a:t>
            </a:r>
            <a:br/>
            <a:r>
              <a:t>  --task-sequence "rest:1.0,trot:4.0@vx=0.08;z_clearance=0.04,rest" \</a:t>
            </a:r>
            <a:br/>
            <a:r>
              <a:t>  --no-plots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8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推荐调参顺序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Consolas"/>
              </a:defRPr>
            </a:pPr>
            <a:r>
              <a:t>先做什么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先用 `rest` 确认站姿和初始高度。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再用 `fixed-base` 检查 IK 和足端轨迹。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再切到 `floating-base` 小速度前进。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Consolas"/>
              </a:defRPr>
            </a:pPr>
            <a:r>
              <a:t>再做什么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调 `kp / kd / torque-limit`。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调 `overlap_time / swing_time / z_clearance`。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最后再引入 `attitude_kp / attitude_kd / velocity_kp`。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9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fixed-base 用来看几何，floating-base 用来看闭环。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`sim_robot.py` 是共享控制核心与 MuJoCo 之间的关键桥。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第 4 讲讲清楚后，观众就有能力自己做实验与调参。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下一讲进入实机接口、Sim2Real 与扩展路线。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lecture04_mujoco_closed_loop · 第 10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