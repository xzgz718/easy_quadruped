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A"/>
                </a:solidFill>
                <a:latin typeface="Consolas"/>
              </a:defRPr>
            </a:pPr>
            <a:r>
              <a:t>第 2 讲：控制器内核、状态机与步态调度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E6879"/>
                </a:solidFill>
                <a:latin typeface="Consolas"/>
              </a:defRPr>
            </a:pPr>
            <a:r>
              <a:t>把 `Controller.run()`、状态切换和 gait 时间组织讲成观众能真正复述的骨架。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3108960" cy="59436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1272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onsolas"/>
              </a:defRPr>
            </a:pPr>
            <a:r>
              <a:t>项目导向 · 代码导向 · 可录制初稿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097280"/>
            <a:ext cx="3154680" cy="38404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389888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适合：源码讲解型 B 站课程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素材来源：当前仓库 `src/`、`pupper/`、`sim/`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讲法：架构图 -&gt; 源码 -&gt; 演示 -&gt; 作业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用途：正式课件结构稿，可继续美化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StanfordQuadruped B 站课程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本讲目标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看懂 `Controller.run()` 为什么是整个项目的控制中枢。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理解 `BehaviorState` 与 `activate/trot/hop` 事件关系。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看懂 `GaitController` 怎样用 tick 切分步态相位。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讲清楚对角小跑的接触表为什么能形成 trot。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1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`Controller.run()` 在做什么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先根据事件更新行为状态。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根据 `REST / TROT / HOP / FINISHHOP` 进入不同控制分支。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`TROT` 分支内部再调用 `step_gait()` 做腿级路由。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最后统一落到逆运动学和 `state.joint_angles`。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2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行为状态机怎么讲最清楚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44068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92A6"/>
                </a:solidFill>
                <a:latin typeface="Consolas"/>
              </a:defRPr>
            </a:pPr>
            <a:r>
              <a:t>状态集合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48056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`DEACTIVATED`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`REST`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`TROT`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`HOP`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`FINISHHOP`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92A6"/>
                </a:solidFill>
                <a:latin typeface="Consolas"/>
              </a:defRPr>
            </a:pPr>
            <a:r>
              <a:t>事件集合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395728"/>
            <a:ext cx="466344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`activate_event`：激活/失活切换。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`trot_event`：站立与小跑切换。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`hop_event`：触发简化跳跃过程。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事件来自实机手柄层或仿真任务层。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3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三条最重要的切换规则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`activate_event`：`DEACTIVATED &lt;-&gt; REST`。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`trot_event`：`REST &lt;-&gt; TROT`，也允许跳跃相关态切回 `TROT`。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`hop_event`：`REST -&gt; HOP -&gt; FINISHHOP -&gt; REST`。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这一层决定宏观模式，不直接决定单腿轨迹。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4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`TROT` 分支主链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先做 gait 路由，再做姿态补偿，最后做 IK。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这里是后面第 3 讲理解足端与 IK 的入口。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state.foot_locations, contact_modes = self.step_gait(state, command)</a:t>
            </a:r>
            <a:br/>
            <a:r>
              <a:t>rotated_foot_locations = euler2mat(command.roll, command.pitch, 0.0) @ state.foot_locations</a:t>
            </a:r>
            <a:br/>
            <a:r>
              <a:t>(roll, pitch, yaw) = quat2euler(state.quat_orientation)</a:t>
            </a:r>
            <a:br/>
            <a:r>
              <a:t>rmat = euler2mat(roll_compensation, pitch_compensation, 0)</a:t>
            </a:r>
            <a:br/>
            <a:r>
              <a:t>rotated_foot_locations = rmat.T @ rotated_foot_locations</a:t>
            </a:r>
            <a:br/>
            <a:r>
              <a:t>state.joint_angles = self.inverse_kinematics(rotated_foot_locations, self.config)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5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`step_gait()` 的本质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每条腿单独判断当前 `contact_mode`。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`contact_mode == 1` 走 `StanceController`。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`contact_mode == 0` 走 `SwingController`。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这说明控制器是“腿级混合控制”，不是一条统一轨迹全局广播。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6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步态时间基准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44068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92A6"/>
                </a:solidFill>
                <a:latin typeface="Consolas"/>
              </a:defRPr>
            </a:pPr>
            <a:r>
              <a:t>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48056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`dt = 0.01`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`overlap_time = 0.10`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`swing_time = 0.15`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`num_phases = 4`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92A6"/>
                </a:solidFill>
                <a:latin typeface="Consolas"/>
              </a:defRPr>
            </a:pPr>
            <a:r>
              <a:t>推导结果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395728"/>
            <a:ext cx="466344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`overlap_ticks = 10`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`swing_ticks = 15`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`phase_ticks = [10, 15, 10, 15]`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`phase_length = 50`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7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对角小跑的接触表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`FL + BR` 一组，`FR + BL` 一组。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两组对角腿交替摆动，这就是 trot 的核心时间结构。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FR: 1 1 1 0</a:t>
            </a:r>
            <a:br/>
            <a:r>
              <a:t>FL: 1 0 1 1</a:t>
            </a:r>
            <a:br/>
            <a:r>
              <a:t>BR: 1 0 1 1</a:t>
            </a:r>
            <a:br/>
            <a:r>
              <a:t>BL: 1 1 1 0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8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建议现场演示命令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让观众看到行为状态和任务状态是怎样进入 `TROT` 的。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重点不是速度，而是状态切换和 gait 节律。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python sim/run_floating_base.py --duration 8 --mode trot --settle 1.0 --no-plots</a:t>
            </a:r>
            <a:br/>
            <a:r>
              <a:t>python sim/run_floating_base.py --duration 8 \</a:t>
            </a:r>
            <a:br/>
            <a:r>
              <a:t>  --task-sequence "rest:1.0,trot:4.0,rest" --no-plots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9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本讲收束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D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状态机决定宏观模式。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gait 决定每条腿此刻属于 stance 还是 swing。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`ticks` 是统一时间基准。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下一讲进入 `StanceController / SwingController / IK` 细节。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lecture02_controller_state_gait · 第 10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