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D5A"/>
                </a:solidFill>
                <a:latin typeface="Consolas"/>
              </a:defRPr>
            </a:pPr>
            <a:r>
              <a:t>第 3 讲：足端规划、Raibert 落脚点与逆运动学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5E6879"/>
                </a:solidFill>
                <a:latin typeface="Consolas"/>
              </a:defRPr>
            </a:pPr>
            <a:r>
              <a:t>把“命令 -&gt; 足端目标 -&gt; 关节角”这条核心链讲透。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3108960" cy="59436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12724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onsolas"/>
              </a:defRPr>
            </a:pPr>
            <a:r>
              <a:t>项目导向 · 代码导向 · 可录制初稿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097280"/>
            <a:ext cx="3154680" cy="38404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389888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适合：源码讲解型 B 站课程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素材来源：当前仓库 `src/`、`pupper/`、`sim/`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讲法：架构图 -&gt; 源码 -&gt; 演示 -&gt; 作业</a:t>
            </a:r>
          </a:p>
          <a:p>
            <a:pPr>
              <a:spcAft>
                <a:spcPts val="1000"/>
              </a:spcAft>
              <a:defRPr sz="1400" b="0">
                <a:solidFill>
                  <a:srgbClr val="232934"/>
                </a:solidFill>
                <a:latin typeface="Consolas"/>
              </a:defRPr>
            </a:pPr>
            <a:r>
              <a:t>用途：正式课件结构稿，可继续美化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StanfordQuadruped B 站课程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看懂 `StanceController` 和 `SwingController` 的几何意义。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理解机身速度命令如何翻译成机身坐标系下的足端运动。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讲清楚 Raibert 落脚点为什么是经典工程启发式。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讲清楚 `pupper/Kinematics.py` 怎样把足端位置变成关节角。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1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控制器内部结构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02336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gait scheduler 负责时间组织。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stance / swing 负责腿级足端规划。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inverse kinematics 负责把足端目标映射到关节角。</a:t>
            </a:r>
          </a:p>
          <a:p>
            <a:pPr>
              <a:spcAft>
                <a:spcPts val="1000"/>
              </a:spcAft>
              <a:defRPr sz="1800" b="0">
                <a:solidFill>
                  <a:srgbClr val="232934"/>
                </a:solidFill>
                <a:latin typeface="Consolas"/>
              </a:defRPr>
            </a:pPr>
            <a:r>
              <a:t>这是整套项目里最值得反复展示的一张图。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7830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6309360" cy="415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6007608"/>
            <a:ext cx="62362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5E6879"/>
                </a:solidFill>
                <a:latin typeface="Consolas"/>
              </a:defRPr>
            </a:pPr>
            <a:r>
              <a:t>控制器结构图：第 3 讲核心可视化素材。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先建立一个关键坐标直觉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足端规划大多在机身坐标系下完成。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控制器维护的是“脚相对于机身”的位置，不是先求世界坐标轨迹。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机身想向前走时，支撑足要在机身坐标里向后划地。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这是理解 stance / swing 的根本前提。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3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`StanceController` 在做什么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机身想前进：足端相对机身向后移动。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机身想转向：足端绕 z 轴做反向旋转。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机身高度偏差：足端 z 方向缓慢收敛回参考高度。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所以它本质上是一个支撑相相对运动学更新器。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4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`StanceController` 的三个关键量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`v_xy` 解释了为什么支撑足会向后划。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`delta_R` 解释了转向命令如何作用到足端。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`z_time_constant` 解释了高度误差如何被慢慢拉回。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v_xy = [-vx, -vy, (state.height - z) / z_time_constant]</a:t>
            </a:r>
            <a:br/>
            <a:r>
              <a:t>delta_p = v_xy * dt</a:t>
            </a:r>
            <a:br/>
            <a:r>
              <a:t>delta_R = euler2mat(0, 0, -yaw_rate * dt)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5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`SwingController` 在做什么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抬脚。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朝新的落脚点移动。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按时落下。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当前实现用三角波做 z 抬脚、用匀速逼近做 x/y 水平推进。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6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Raibert 落脚点为什么重要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507492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44068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9E2E"/>
                </a:solidFill>
                <a:latin typeface="Consolas"/>
              </a:defRPr>
            </a:pPr>
            <a:r>
              <a:t>输入影响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48056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前进速度越大，落脚点越往前。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偏航速度越大，落脚点需要更多旋转补偿。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`alpha` 控制前后偏移强度。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`beta` 控制转向补偿强度。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0574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69E2E"/>
                </a:solidFill>
                <a:latin typeface="Consolas"/>
              </a:defRPr>
            </a:pPr>
            <a:r>
              <a:t>教学价值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95728"/>
            <a:ext cx="466344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不是黑盒。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不是数值优化。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调参数时现象直观。</a:t>
            </a:r>
          </a:p>
          <a:p>
            <a:pPr>
              <a:spcAft>
                <a:spcPts val="1000"/>
              </a:spcAft>
              <a:defRPr sz="1500" b="0">
                <a:solidFill>
                  <a:srgbClr val="232934"/>
                </a:solidFill>
                <a:latin typeface="Consolas"/>
              </a:defRPr>
            </a:pPr>
            <a:r>
              <a:t>非常适合作为工程启发式入门。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7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四腿逆运动学主链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先减去腿原点偏移，再做单腿解析逆解。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四条腿的输出统一组成 `3x4` 关节角矩阵。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for each leg:</a:t>
            </a:r>
            <a:br/>
            <a:r>
              <a:t>    body_offset = config.LEG_ORIGINS[:, leg_index]</a:t>
            </a:r>
            <a:br/>
            <a:r>
              <a:t>    local_foot = r_body_foot[:, leg_index] - body_offset</a:t>
            </a:r>
            <a:br/>
            <a:r>
              <a:t>    joint_angles[:, leg_index] = leg_explicit_inverse_kinematics(local_foot, leg_index, config)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8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IK 里最该讲的几何量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`R_body_foot_yz`：足端在 `y-z` 平面的投影距离。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`R_hip_foot_yz`：扣除外展偏移后的有效平面距离。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`R_hip_foot`：髋到足端的空间距离。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`phi / theta / beta`：由三角几何与余弦定理得到的关节角关系。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9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建议现场演示命令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39319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先固定机身看几何，再浮动机身看高度变化。</a:t>
            </a:r>
          </a:p>
          <a:p>
            <a:pPr>
              <a:spcAft>
                <a:spcPts val="1000"/>
              </a:spcAft>
              <a:defRPr sz="1700" b="0">
                <a:solidFill>
                  <a:srgbClr val="232934"/>
                </a:solidFill>
                <a:latin typeface="Consolas"/>
              </a:defRPr>
            </a:pPr>
            <a:r>
              <a:t>第 3 讲最适合让观众第一次把现象、公式和代码对起来。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783080"/>
            <a:ext cx="6492240" cy="4526280"/>
          </a:xfrm>
          <a:prstGeom prst="roundRect">
            <a:avLst/>
          </a:prstGeom>
          <a:solidFill>
            <a:srgbClr val="F5F8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92808"/>
            <a:ext cx="6163056" cy="4325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232934"/>
                </a:solidFill>
                <a:latin typeface="Consolas"/>
              </a:defRPr>
            </a:pPr>
            <a:r>
              <a:t>python sim/run_fixed_base.py --mode rest --pitch 0.15 --roll 0.10</a:t>
            </a:r>
            <a:br/>
            <a:r>
              <a:t>python sim/run_fixed_base.py --mode trot --x-vel 0.15 --yaw-rate 0.6</a:t>
            </a:r>
            <a:br/>
            <a:r>
              <a:t>python sim/run_floating_base.py --duration 8 --mode trot --z-clearance 0.05 --no-plots</a:t>
            </a:r>
            <a:br/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10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2D5A"/>
                </a:solidFill>
                <a:latin typeface="Consolas"/>
              </a:defRPr>
            </a:pPr>
            <a:r>
              <a:t>本讲收束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1280160" cy="54864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0" y="576072"/>
            <a:ext cx="1645920" cy="3200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61264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10241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stance 解决“支撑脚怎么划地”。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swing 解决“摆动脚落在哪里”。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IK 解决“足端位置怎样变成关节角”。</a:t>
            </a:r>
          </a:p>
          <a:p>
            <a:pPr>
              <a:spcAft>
                <a:spcPts val="1000"/>
              </a:spcAft>
              <a:defRPr sz="2000" b="0">
                <a:solidFill>
                  <a:srgbClr val="232934"/>
                </a:solidFill>
                <a:latin typeface="Consolas"/>
              </a:defRPr>
            </a:pPr>
            <a:r>
              <a:t>下一讲进入 MuJoCo 闭环、状态回灌与调参。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9"/>
                </a:solidFill>
              </a:defRPr>
            </a:pPr>
            <a:r>
              <a:t>lecture03_foot_planning_ik · 第 11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